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image" Target="../media/image-12-5.jpg"/><Relationship Id="rId6" Type="http://schemas.openxmlformats.org/officeDocument/2006/relationships/image" Target="../media/image-12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3.png"/><Relationship Id="rId5" Type="http://schemas.openxmlformats.org/officeDocument/2006/relationships/image" Target="../media/image-15-3.png"/><Relationship Id="rId6" Type="http://schemas.openxmlformats.org/officeDocument/2006/relationships/image" Target="../media/image-15-3.png"/><Relationship Id="rId7" Type="http://schemas.openxmlformats.org/officeDocument/2006/relationships/image" Target="../media/image-15-3.png"/><Relationship Id="rId8" Type="http://schemas.openxmlformats.org/officeDocument/2006/relationships/image" Target="../media/image-15-3.png"/><Relationship Id="rId9" Type="http://schemas.openxmlformats.org/officeDocument/2006/relationships/image" Target="../media/image-15-3.png"/><Relationship Id="rId10" Type="http://schemas.openxmlformats.org/officeDocument/2006/relationships/image" Target="../media/image-15-3.png"/><Relationship Id="rId11" Type="http://schemas.openxmlformats.org/officeDocument/2006/relationships/image" Target="../media/image-15-3.png"/><Relationship Id="rId12" Type="http://schemas.openxmlformats.org/officeDocument/2006/relationships/image" Target="../media/image-15-3.png"/><Relationship Id="rId13" Type="http://schemas.openxmlformats.org/officeDocument/2006/relationships/image" Target="../media/image-15-3.png"/><Relationship Id="rId14" Type="http://schemas.openxmlformats.org/officeDocument/2006/relationships/image" Target="../media/image-15-3.png"/><Relationship Id="rId15" Type="http://schemas.openxmlformats.org/officeDocument/2006/relationships/image" Target="../media/image-15-3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1.png"/><Relationship Id="rId4" Type="http://schemas.openxmlformats.org/officeDocument/2006/relationships/image" Target="../media/image-17-1.png"/><Relationship Id="rId5" Type="http://schemas.openxmlformats.org/officeDocument/2006/relationships/image" Target="../media/image-17-1.png"/><Relationship Id="rId6" Type="http://schemas.openxmlformats.org/officeDocument/2006/relationships/image" Target="../media/image-17-1.png"/><Relationship Id="rId7" Type="http://schemas.openxmlformats.org/officeDocument/2006/relationships/image" Target="../media/image-17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1.png"/><Relationship Id="rId3" Type="http://schemas.openxmlformats.org/officeDocument/2006/relationships/image" Target="../media/image-18-1.png"/><Relationship Id="rId4" Type="http://schemas.openxmlformats.org/officeDocument/2006/relationships/image" Target="../media/image-18-1.png"/><Relationship Id="rId5" Type="http://schemas.openxmlformats.org/officeDocument/2006/relationships/image" Target="../media/image-18-1.png"/><Relationship Id="rId6" Type="http://schemas.openxmlformats.org/officeDocument/2006/relationships/image" Target="../media/image-18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F3B44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0F3B44"/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1417320"/>
            <a:ext cx="1005840" cy="10058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5" name="Image 0" descr="/home/claude/icons/FaDumbb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7870" y="1643634"/>
            <a:ext cx="553212" cy="5532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69748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FitBuddy AI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0" y="35661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Fitness Plan Generator using Gemini Models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637276" y="4160520"/>
            <a:ext cx="9144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63040" y="4434840"/>
            <a:ext cx="9262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application for personalized 7-day workout plans, nutrition and recovery tips, feedback-based plan updates, and user management.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0" y="62179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CIT Hackerz'26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3" name="Image 0" descr="/home/claude/icons/FaLaptop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PROJECT OVERVIEW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FitBuddy Does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074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1819656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819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70432" y="1673352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FitBuddy is a web-based AI application that generates personalized workout plans and nutrition tips.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600200"/>
            <a:ext cx="5074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73368" y="1819656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6373368" y="1819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793992" y="1673352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accepts user information such as name, age, weight, fitness goal, and workout intensity.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2496312"/>
            <a:ext cx="5074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49808" y="271576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3"/>
          <p:cNvSpPr/>
          <p:nvPr/>
        </p:nvSpPr>
        <p:spPr>
          <a:xfrm>
            <a:off x="749808" y="2715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70432" y="256946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generates a structured 7-day fitness plan tailored to the selected goal and intensity.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172200" y="2496312"/>
            <a:ext cx="5074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373368" y="271576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7"/>
          <p:cNvSpPr/>
          <p:nvPr/>
        </p:nvSpPr>
        <p:spPr>
          <a:xfrm>
            <a:off x="6373368" y="2715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793992" y="2569464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submit feedback and receive an updated plan.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3392424"/>
            <a:ext cx="5074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49808" y="361188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1"/>
          <p:cNvSpPr/>
          <p:nvPr/>
        </p:nvSpPr>
        <p:spPr>
          <a:xfrm>
            <a:off x="749808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170432" y="3465576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SQLAlchemy store user information and generated plans.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172200" y="3392424"/>
            <a:ext cx="5074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373368" y="361188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5"/>
          <p:cNvSpPr/>
          <p:nvPr/>
        </p:nvSpPr>
        <p:spPr>
          <a:xfrm>
            <a:off x="6373368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793992" y="3465576"/>
            <a:ext cx="4251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provides backend routing and an interactive HTML interface.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FitBuddy AI  |  AI Fitness Plan Generator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3" name="Image 0" descr="/home/claude/icons/FaExclamationTri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PROBLEM STATEMENT &amp; OBJECTIVES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FitBuddy, and What It Sets Out to Do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1874520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8" name="Image 1" descr="/home/claude/icons/FaClipboard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743" y="2010583"/>
            <a:ext cx="294803" cy="2948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190195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/ Need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896112" y="2991231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7"/>
          <p:cNvSpPr/>
          <p:nvPr/>
        </p:nvSpPr>
        <p:spPr>
          <a:xfrm>
            <a:off x="1143000" y="2633472"/>
            <a:ext cx="4434840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workout routines may not match a user's goal or preferred intensity.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96112" y="3807333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9"/>
          <p:cNvSpPr/>
          <p:nvPr/>
        </p:nvSpPr>
        <p:spPr>
          <a:xfrm>
            <a:off x="1143000" y="3449574"/>
            <a:ext cx="4434840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may need a simple way to revise a plan when preferences change.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96112" y="4623435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1"/>
          <p:cNvSpPr/>
          <p:nvPr/>
        </p:nvSpPr>
        <p:spPr>
          <a:xfrm>
            <a:off x="1143000" y="4265676"/>
            <a:ext cx="4434840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or recovery guidance can be difficult to organize alongside workouts.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96112" y="5439537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3"/>
          <p:cNvSpPr/>
          <p:nvPr/>
        </p:nvSpPr>
        <p:spPr>
          <a:xfrm>
            <a:off x="1143000" y="5081778"/>
            <a:ext cx="4434840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Coaches/admins need a structured view of registered users and plans.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291072" y="155448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611112" y="1874520"/>
            <a:ext cx="566928" cy="56692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20" name="Image 2" descr="/home/claude/icons/FaBulls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175" y="2010583"/>
            <a:ext cx="294803" cy="29480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296912" y="190195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6638544" y="2855214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18"/>
          <p:cNvSpPr/>
          <p:nvPr/>
        </p:nvSpPr>
        <p:spPr>
          <a:xfrm>
            <a:off x="6885432" y="2633472"/>
            <a:ext cx="443484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goal-specific 7-day workout schedules.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638544" y="3399282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0"/>
          <p:cNvSpPr/>
          <p:nvPr/>
        </p:nvSpPr>
        <p:spPr>
          <a:xfrm>
            <a:off x="6885432" y="3177540"/>
            <a:ext cx="443484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concise nutrition or recovery tips.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638544" y="3943350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2"/>
          <p:cNvSpPr/>
          <p:nvPr/>
        </p:nvSpPr>
        <p:spPr>
          <a:xfrm>
            <a:off x="6885432" y="3721608"/>
            <a:ext cx="443484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feedback to dynamically revise plans.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638544" y="4487418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4"/>
          <p:cNvSpPr/>
          <p:nvPr/>
        </p:nvSpPr>
        <p:spPr>
          <a:xfrm>
            <a:off x="6885432" y="4265676"/>
            <a:ext cx="443484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original and updated plans for later access.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6638544" y="5031486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6"/>
          <p:cNvSpPr/>
          <p:nvPr/>
        </p:nvSpPr>
        <p:spPr>
          <a:xfrm>
            <a:off x="6885432" y="4809744"/>
            <a:ext cx="443484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both browser UI and API endpoints.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6638544" y="5575554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3" name="Text 28"/>
          <p:cNvSpPr/>
          <p:nvPr/>
        </p:nvSpPr>
        <p:spPr>
          <a:xfrm>
            <a:off x="6885432" y="5353812"/>
            <a:ext cx="443484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local testing and deployment with FastAPI/Uvicorn.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FitBuddy AI  |  AI Fitness Plan Generator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3" name="Image 0" descr="/home/claude/icons/Fa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MAJOR FEATURES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Functionality Documented for FitBuddy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3657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28800"/>
            <a:ext cx="502920" cy="5029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8" name="Image 1" descr="/home/claude/icons/FaDumbb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373" y="1949501"/>
            <a:ext cx="261518" cy="2615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4672" y="244144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Workout Generation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804672" y="2779776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day-wise 7-day plan.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462272" y="1572768"/>
            <a:ext cx="3657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18304" y="1828800"/>
            <a:ext cx="502920" cy="5029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13" name="Image 2" descr="/home/claude/icons/Fa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005" y="1949501"/>
            <a:ext cx="261518" cy="26151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18304" y="244144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Nutrition / Recovery Tip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718304" y="2779776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concise tip aligned with the user's goal.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375904" y="1572768"/>
            <a:ext cx="3657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31936" y="1828800"/>
            <a:ext cx="502920" cy="5029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18" name="Image 3" descr="/home/claude/icons/FaCommen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2637" y="1949501"/>
            <a:ext cx="261518" cy="26151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31936" y="244144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Feedback-Based Updating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8631936" y="2779776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feedback such as “Add yoga” or “Include more cardio”.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48640" y="3566160"/>
            <a:ext cx="3657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04672" y="3822192"/>
            <a:ext cx="502920" cy="5029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23" name="Image 4" descr="/home/claude/icons/Fa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373" y="3942893"/>
            <a:ext cx="261518" cy="26151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04672" y="443484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&amp; Plan Storage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804672" y="4773168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user details, original plan, and updated plan in SQLite.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4462272" y="3566160"/>
            <a:ext cx="3657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718304" y="3822192"/>
            <a:ext cx="502920" cy="5029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28" name="Image 5" descr="/home/claude/icons/FaUs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9005" y="3942893"/>
            <a:ext cx="261518" cy="26151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718304" y="443484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View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4718304" y="4773168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registered users and their original/updated plans.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8375904" y="3566160"/>
            <a:ext cx="3657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631936" y="3822192"/>
            <a:ext cx="502920" cy="5029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33" name="Image 6" descr="/home/claude/icons/FaCod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2637" y="3942893"/>
            <a:ext cx="261518" cy="26151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631936" y="443484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Interface</a:t>
            </a:r>
            <a:endParaRPr lang="en-US" sz="1350" dirty="0"/>
          </a:p>
        </p:txBody>
      </p:sp>
      <p:sp>
        <p:nvSpPr>
          <p:cNvPr id="35" name="Text 26"/>
          <p:cNvSpPr/>
          <p:nvPr/>
        </p:nvSpPr>
        <p:spPr>
          <a:xfrm>
            <a:off x="8631936" y="4773168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Jinja2 pages provide an interactive workflow.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548640" y="5559552"/>
            <a:ext cx="11484864" cy="777240"/>
          </a:xfrm>
          <a:prstGeom prst="roundRect">
            <a:avLst>
              <a:gd name="adj" fmla="val 11765"/>
            </a:avLst>
          </a:prstGeom>
          <a:solidFill>
            <a:srgbClr val="0A2E36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768096" y="5692140"/>
            <a:ext cx="512064" cy="512064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38" name="Image 7" descr="/home/claude/icons/FaVi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0991" y="5815035"/>
            <a:ext cx="266273" cy="266273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1463040" y="5559552"/>
            <a:ext cx="10296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Testing</a:t>
            </a:r>
            <a:pPr indent="0" marL="0">
              <a:buNone/>
            </a:pPr>
            <a:r>
              <a:rPr lang="en-US" sz="1250" dirty="0">
                <a:solidFill>
                  <a:srgbClr val="CAD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FastAPI documentation is available at /docs.</a:t>
            </a:r>
            <a:endParaRPr lang="en-US" sz="1350" dirty="0"/>
          </a:p>
        </p:txBody>
      </p:sp>
      <p:sp>
        <p:nvSpPr>
          <p:cNvPr id="40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FitBuddy AI  |  AI Fitness Plan Generator</a:t>
            </a:r>
            <a:endParaRPr lang="en-US" sz="900" dirty="0"/>
          </a:p>
        </p:txBody>
      </p:sp>
      <p:sp>
        <p:nvSpPr>
          <p:cNvPr id="41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3" name="Image 0" descr="/home/claude/icons/Fa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TECHNOLOGY STACK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Tools Behind FitBuddy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1874520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8" name="Image 1" descr="/home/claude/icons/Fa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743" y="2010583"/>
            <a:ext cx="294803" cy="2948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190195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&amp; AI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914400" y="2651760"/>
            <a:ext cx="82296" cy="502920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/>
        </p:spPr>
      </p:sp>
      <p:sp>
        <p:nvSpPr>
          <p:cNvPr id="11" name="Text 7"/>
          <p:cNvSpPr/>
          <p:nvPr/>
        </p:nvSpPr>
        <p:spPr>
          <a:xfrm>
            <a:off x="1115568" y="259689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—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programming language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914400" y="3255264"/>
            <a:ext cx="82296" cy="502920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/>
        </p:spPr>
      </p:sp>
      <p:sp>
        <p:nvSpPr>
          <p:cNvPr id="13" name="Text 9"/>
          <p:cNvSpPr/>
          <p:nvPr/>
        </p:nvSpPr>
        <p:spPr>
          <a:xfrm>
            <a:off x="1115568" y="320040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—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 and API routing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914400" y="3858768"/>
            <a:ext cx="82296" cy="502920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/>
        </p:spPr>
      </p:sp>
      <p:sp>
        <p:nvSpPr>
          <p:cNvPr id="15" name="Text 11"/>
          <p:cNvSpPr/>
          <p:nvPr/>
        </p:nvSpPr>
        <p:spPr>
          <a:xfrm>
            <a:off x="1115568" y="380390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 —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ASGI development server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914400" y="4462272"/>
            <a:ext cx="82296" cy="502920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/>
        </p:spPr>
      </p:sp>
      <p:sp>
        <p:nvSpPr>
          <p:cNvPr id="17" name="Text 13"/>
          <p:cNvSpPr/>
          <p:nvPr/>
        </p:nvSpPr>
        <p:spPr>
          <a:xfrm>
            <a:off x="1115568" y="440740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 —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layer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914400" y="5065776"/>
            <a:ext cx="82296" cy="502920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/>
        </p:spPr>
      </p:sp>
      <p:sp>
        <p:nvSpPr>
          <p:cNvPr id="19" name="Text 15"/>
          <p:cNvSpPr/>
          <p:nvPr/>
        </p:nvSpPr>
        <p:spPr>
          <a:xfrm>
            <a:off x="1115568" y="501091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 —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input/data validation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914400" y="5669280"/>
            <a:ext cx="82296" cy="502920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/>
        </p:spPr>
      </p:sp>
      <p:sp>
        <p:nvSpPr>
          <p:cNvPr id="21" name="Text 17"/>
          <p:cNvSpPr/>
          <p:nvPr/>
        </p:nvSpPr>
        <p:spPr>
          <a:xfrm>
            <a:off x="1115568" y="561441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  —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291072" y="155448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611112" y="1874520"/>
            <a:ext cx="566928" cy="56692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24" name="Image 2" descr="/home/claude/icons/Fa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175" y="2010583"/>
            <a:ext cx="294803" cy="29480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296912" y="190195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&amp; Data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6656832" y="2651760"/>
            <a:ext cx="82296" cy="502920"/>
          </a:xfrm>
          <a:prstGeom prst="roundRect">
            <a:avLst>
              <a:gd name="adj" fmla="val 22222"/>
            </a:avLst>
          </a:prstGeom>
          <a:solidFill>
            <a:srgbClr val="02C39A"/>
          </a:solidFill>
          <a:ln/>
        </p:spPr>
      </p:sp>
      <p:sp>
        <p:nvSpPr>
          <p:cNvPr id="27" name="Text 22"/>
          <p:cNvSpPr/>
          <p:nvPr/>
        </p:nvSpPr>
        <p:spPr>
          <a:xfrm>
            <a:off x="6858000" y="259689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 —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structure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6656832" y="3255264"/>
            <a:ext cx="82296" cy="502920"/>
          </a:xfrm>
          <a:prstGeom prst="roundRect">
            <a:avLst>
              <a:gd name="adj" fmla="val 22222"/>
            </a:avLst>
          </a:prstGeom>
          <a:solidFill>
            <a:srgbClr val="02C39A"/>
          </a:solidFill>
          <a:ln/>
        </p:spPr>
      </p:sp>
      <p:sp>
        <p:nvSpPr>
          <p:cNvPr id="29" name="Text 24"/>
          <p:cNvSpPr/>
          <p:nvPr/>
        </p:nvSpPr>
        <p:spPr>
          <a:xfrm>
            <a:off x="6858000" y="320040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 —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visual styling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6656832" y="3858768"/>
            <a:ext cx="82296" cy="502920"/>
          </a:xfrm>
          <a:prstGeom prst="roundRect">
            <a:avLst>
              <a:gd name="adj" fmla="val 22222"/>
            </a:avLst>
          </a:prstGeom>
          <a:solidFill>
            <a:srgbClr val="02C39A"/>
          </a:solidFill>
          <a:ln/>
        </p:spPr>
      </p:sp>
      <p:sp>
        <p:nvSpPr>
          <p:cNvPr id="31" name="Text 26"/>
          <p:cNvSpPr/>
          <p:nvPr/>
        </p:nvSpPr>
        <p:spPr>
          <a:xfrm>
            <a:off x="6858000" y="380390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 —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template rendering</a:t>
            </a:r>
            <a:endParaRPr lang="en-US" sz="1250" dirty="0"/>
          </a:p>
        </p:txBody>
      </p:sp>
      <p:sp>
        <p:nvSpPr>
          <p:cNvPr id="32" name="Shape 27"/>
          <p:cNvSpPr/>
          <p:nvPr/>
        </p:nvSpPr>
        <p:spPr>
          <a:xfrm>
            <a:off x="6656832" y="4462272"/>
            <a:ext cx="82296" cy="502920"/>
          </a:xfrm>
          <a:prstGeom prst="roundRect">
            <a:avLst>
              <a:gd name="adj" fmla="val 22222"/>
            </a:avLst>
          </a:prstGeom>
          <a:solidFill>
            <a:srgbClr val="02C39A"/>
          </a:solidFill>
          <a:ln/>
        </p:spPr>
      </p:sp>
      <p:sp>
        <p:nvSpPr>
          <p:cNvPr id="33" name="Text 28"/>
          <p:cNvSpPr/>
          <p:nvPr/>
        </p:nvSpPr>
        <p:spPr>
          <a:xfrm>
            <a:off x="6858000" y="440740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 —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ORM/database access</a:t>
            </a:r>
            <a:endParaRPr lang="en-US" sz="1250" dirty="0"/>
          </a:p>
        </p:txBody>
      </p:sp>
      <p:sp>
        <p:nvSpPr>
          <p:cNvPr id="34" name="Shape 29"/>
          <p:cNvSpPr/>
          <p:nvPr/>
        </p:nvSpPr>
        <p:spPr>
          <a:xfrm>
            <a:off x="6656832" y="5065776"/>
            <a:ext cx="82296" cy="502920"/>
          </a:xfrm>
          <a:prstGeom prst="roundRect">
            <a:avLst>
              <a:gd name="adj" fmla="val 22222"/>
            </a:avLst>
          </a:prstGeom>
          <a:solidFill>
            <a:srgbClr val="02C39A"/>
          </a:solidFill>
          <a:ln/>
        </p:spPr>
      </p:sp>
      <p:sp>
        <p:nvSpPr>
          <p:cNvPr id="35" name="Text 30"/>
          <p:cNvSpPr/>
          <p:nvPr/>
        </p:nvSpPr>
        <p:spPr>
          <a:xfrm>
            <a:off x="6858000" y="501091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 —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local database</a:t>
            </a:r>
            <a:endParaRPr lang="en-US" sz="1250" dirty="0"/>
          </a:p>
        </p:txBody>
      </p:sp>
      <p:sp>
        <p:nvSpPr>
          <p:cNvPr id="36" name="Shape 31"/>
          <p:cNvSpPr/>
          <p:nvPr/>
        </p:nvSpPr>
        <p:spPr>
          <a:xfrm>
            <a:off x="6656832" y="5669280"/>
            <a:ext cx="82296" cy="502920"/>
          </a:xfrm>
          <a:prstGeom prst="roundRect">
            <a:avLst>
              <a:gd name="adj" fmla="val 22222"/>
            </a:avLst>
          </a:prstGeom>
          <a:solidFill>
            <a:srgbClr val="02C39A"/>
          </a:solidFill>
          <a:ln/>
        </p:spPr>
      </p:sp>
      <p:sp>
        <p:nvSpPr>
          <p:cNvPr id="37" name="Text 32"/>
          <p:cNvSpPr/>
          <p:nvPr/>
        </p:nvSpPr>
        <p:spPr>
          <a:xfrm>
            <a:off x="6858000" y="561441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 —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prerequisite</a:t>
            </a:r>
            <a:endParaRPr lang="en-US" sz="1250" dirty="0"/>
          </a:p>
        </p:txBody>
      </p:sp>
      <p:sp>
        <p:nvSpPr>
          <p:cNvPr id="38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FitBuddy AI  |  AI Fitness Plan Generator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3" name="Image 0" descr="/home/claude/icons/Fa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SYSTEM ARCHITECTURE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Request Flows Through FitBuddy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2697480"/>
            <a:ext cx="19659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239012" y="2862072"/>
            <a:ext cx="585216" cy="585216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8" name="Image 1" descr="/home/claude/icons/Fa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464" y="3002524"/>
            <a:ext cx="304312" cy="3043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52044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/ Browser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2606040" y="2697480"/>
            <a:ext cx="19659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296412" y="2862072"/>
            <a:ext cx="585216" cy="585216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12" name="Image 2" descr="/home/claude/icons/Fa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6864" y="3002524"/>
            <a:ext cx="304312" cy="304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697480" y="352044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+ Jinja2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663440" y="2697480"/>
            <a:ext cx="19659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353812" y="2862072"/>
            <a:ext cx="585216" cy="585216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16" name="Image 3" descr="/home/claude/icons/Fa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4264" y="3002524"/>
            <a:ext cx="304312" cy="3043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754880" y="352044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Routes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7452360" y="1691640"/>
            <a:ext cx="19659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142732" y="1856232"/>
            <a:ext cx="585216" cy="585216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20" name="Image 4" descr="/home/claude/icons/FaBra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3184" y="1996684"/>
            <a:ext cx="304312" cy="30431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543800" y="251460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AI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7452360" y="3703320"/>
            <a:ext cx="19659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8142732" y="3867912"/>
            <a:ext cx="585216" cy="585216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24" name="Image 5" descr="/home/claude/icons/FaDatabas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3184" y="4008364"/>
            <a:ext cx="304312" cy="30431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543800" y="452628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+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SQLAlchemy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2514600" y="3337560"/>
            <a:ext cx="91440" cy="0"/>
          </a:xfrm>
          <a:prstGeom prst="line">
            <a:avLst/>
          </a:prstGeom>
          <a:noFill/>
          <a:ln w="2857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7" name="Shape 19"/>
          <p:cNvSpPr/>
          <p:nvPr/>
        </p:nvSpPr>
        <p:spPr>
          <a:xfrm>
            <a:off x="4572000" y="3337560"/>
            <a:ext cx="91440" cy="0"/>
          </a:xfrm>
          <a:prstGeom prst="line">
            <a:avLst/>
          </a:prstGeom>
          <a:noFill/>
          <a:ln w="2857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8" name="Shape 20"/>
          <p:cNvSpPr/>
          <p:nvPr/>
        </p:nvSpPr>
        <p:spPr>
          <a:xfrm>
            <a:off x="6629400" y="3337560"/>
            <a:ext cx="822960" cy="-1005840"/>
          </a:xfrm>
          <a:prstGeom prst="line">
            <a:avLst/>
          </a:prstGeom>
          <a:noFill/>
          <a:ln w="2857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9" name="Shape 21"/>
          <p:cNvSpPr/>
          <p:nvPr/>
        </p:nvSpPr>
        <p:spPr>
          <a:xfrm>
            <a:off x="6629400" y="3337560"/>
            <a:ext cx="822960" cy="1005840"/>
          </a:xfrm>
          <a:prstGeom prst="line">
            <a:avLst/>
          </a:prstGeom>
          <a:noFill/>
          <a:ln w="2857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30" name="Shape 22"/>
          <p:cNvSpPr/>
          <p:nvPr/>
        </p:nvSpPr>
        <p:spPr>
          <a:xfrm>
            <a:off x="548640" y="5349240"/>
            <a:ext cx="10332720" cy="868680"/>
          </a:xfrm>
          <a:prstGeom prst="roundRect">
            <a:avLst>
              <a:gd name="adj" fmla="val 10526"/>
            </a:avLst>
          </a:prstGeom>
          <a:solidFill>
            <a:srgbClr val="0A2E36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31" name="Text 23"/>
          <p:cNvSpPr/>
          <p:nvPr/>
        </p:nvSpPr>
        <p:spPr>
          <a:xfrm>
            <a:off x="822960" y="534924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 →  FastAPI route  →  Gemini generation/update  →  database storage  →  Jinja2-rendered result.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FitBuddy AI  |  AI Fitness Plan Generator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3" name="Image 0" descr="/home/claude/icons/Fa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AI MODEL SELECTION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Model-Selection Details From the Project Documentation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1874520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8" name="Image 1" descr="/home/claude/icons/FaClipboard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743" y="2010583"/>
            <a:ext cx="294803" cy="2948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190195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Evaluated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896112" y="2743200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7"/>
          <p:cNvSpPr/>
          <p:nvPr/>
        </p:nvSpPr>
        <p:spPr>
          <a:xfrm>
            <a:off x="1143000" y="2651760"/>
            <a:ext cx="4434840" cy="54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&amp; BART – text generation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96112" y="3288160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9"/>
          <p:cNvSpPr/>
          <p:nvPr/>
        </p:nvSpPr>
        <p:spPr>
          <a:xfrm>
            <a:off x="1143000" y="3196720"/>
            <a:ext cx="4434840" cy="713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– potential intent classification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96112" y="4001562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1"/>
          <p:cNvSpPr/>
          <p:nvPr/>
        </p:nvSpPr>
        <p:spPr>
          <a:xfrm>
            <a:off x="1143000" y="3910122"/>
            <a:ext cx="4434840" cy="614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 – general-purpose generation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96112" y="4615880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3"/>
          <p:cNvSpPr/>
          <p:nvPr/>
        </p:nvSpPr>
        <p:spPr>
          <a:xfrm>
            <a:off x="1143000" y="4524440"/>
            <a:ext cx="4434840" cy="132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included hosting/local GPU needs and additional fine-tuning or prompting for structured plans.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291072" y="155448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611112" y="1874520"/>
            <a:ext cx="566928" cy="56692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20" name="Image 2" descr="/home/claude/icons/Fa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175" y="2010583"/>
            <a:ext cx="294803" cy="29480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296912" y="190195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Selected Gemini Models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6638544" y="2743200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18"/>
          <p:cNvSpPr/>
          <p:nvPr/>
        </p:nvSpPr>
        <p:spPr>
          <a:xfrm>
            <a:off x="6885432" y="2651760"/>
            <a:ext cx="443484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Pro – documented for structured 7-day workout generation and plan updates.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6638544" y="3819525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0"/>
          <p:cNvSpPr/>
          <p:nvPr/>
        </p:nvSpPr>
        <p:spPr>
          <a:xfrm>
            <a:off x="6885432" y="3728085"/>
            <a:ext cx="443484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 – documented for fast nutrition/recovery tips.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6638544" y="4648200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2"/>
          <p:cNvSpPr/>
          <p:nvPr/>
        </p:nvSpPr>
        <p:spPr>
          <a:xfrm>
            <a:off x="6885432" y="4556760"/>
            <a:ext cx="443484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Reasons: API-based integration, structured formatting, low prompt-tuning needs, and fast feedback revisions.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FitBuddy AI  |  AI Fitness Plan Generator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3" name="Image 0" descr="/home/claude/icons/Fa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APPLICATION WORKFLOW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Steps From Input to Stored Plan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336499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86384" y="1837944"/>
            <a:ext cx="457200" cy="457200"/>
          </a:xfrm>
          <a:prstGeom prst="ellipse">
            <a:avLst/>
          </a:prstGeom>
          <a:solidFill>
            <a:srgbClr val="0A2E36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163824" y="1837944"/>
            <a:ext cx="457200" cy="45720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10" name="Image 1" descr="/home/claude/icons/FaClipboard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694" y="1940814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6384" y="2468880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Details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86384" y="2862072"/>
            <a:ext cx="2889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User ID, age, weight, goal, intensity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133088" y="1600200"/>
            <a:ext cx="336499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370832" y="1837944"/>
            <a:ext cx="457200" cy="457200"/>
          </a:xfrm>
          <a:prstGeom prst="ellipse">
            <a:avLst/>
          </a:prstGeom>
          <a:solidFill>
            <a:srgbClr val="0A2E36"/>
          </a:solidFill>
          <a:ln/>
        </p:spPr>
      </p:sp>
      <p:sp>
        <p:nvSpPr>
          <p:cNvPr id="15" name="Text 11"/>
          <p:cNvSpPr/>
          <p:nvPr/>
        </p:nvSpPr>
        <p:spPr>
          <a:xfrm>
            <a:off x="4370832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6748272" y="1837944"/>
            <a:ext cx="457200" cy="45720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17" name="Image 2" descr="/home/claude/icons/Fa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1142" y="1940814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70832" y="2468880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4370832" y="2862072"/>
            <a:ext cx="2889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receives input and calls Gemini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717536" y="1600200"/>
            <a:ext cx="336499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955280" y="1837944"/>
            <a:ext cx="457200" cy="457200"/>
          </a:xfrm>
          <a:prstGeom prst="ellipse">
            <a:avLst/>
          </a:prstGeom>
          <a:solidFill>
            <a:srgbClr val="0A2E36"/>
          </a:solidFill>
          <a:ln/>
        </p:spPr>
      </p:sp>
      <p:sp>
        <p:nvSpPr>
          <p:cNvPr id="22" name="Text 17"/>
          <p:cNvSpPr/>
          <p:nvPr/>
        </p:nvSpPr>
        <p:spPr>
          <a:xfrm>
            <a:off x="7955280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10332720" y="1837944"/>
            <a:ext cx="457200" cy="45720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24" name="Image 3" descr="/home/claude/icons/FaDumbbe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5590" y="1940814"/>
            <a:ext cx="251460" cy="2514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955280" y="2468880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Plan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955280" y="2862072"/>
            <a:ext cx="2889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workout + nutrition/recovery tip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48640" y="3822192"/>
            <a:ext cx="336499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86384" y="4059936"/>
            <a:ext cx="457200" cy="457200"/>
          </a:xfrm>
          <a:prstGeom prst="ellipse">
            <a:avLst/>
          </a:prstGeom>
          <a:solidFill>
            <a:srgbClr val="0A2E36"/>
          </a:solidFill>
          <a:ln/>
        </p:spPr>
      </p:sp>
      <p:sp>
        <p:nvSpPr>
          <p:cNvPr id="29" name="Text 23"/>
          <p:cNvSpPr/>
          <p:nvPr/>
        </p:nvSpPr>
        <p:spPr>
          <a:xfrm>
            <a:off x="786384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Shape 24"/>
          <p:cNvSpPr/>
          <p:nvPr/>
        </p:nvSpPr>
        <p:spPr>
          <a:xfrm>
            <a:off x="3163824" y="4059936"/>
            <a:ext cx="457200" cy="45720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31" name="Image 4" descr="/home/claude/icons/FaComment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6694" y="4162806"/>
            <a:ext cx="251460" cy="2514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86384" y="4690872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Feedback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786384" y="5084064"/>
            <a:ext cx="2889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suggests changes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4133088" y="3822192"/>
            <a:ext cx="336499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4370832" y="4059936"/>
            <a:ext cx="457200" cy="457200"/>
          </a:xfrm>
          <a:prstGeom prst="ellipse">
            <a:avLst/>
          </a:prstGeom>
          <a:solidFill>
            <a:srgbClr val="0A2E36"/>
          </a:solidFill>
          <a:ln/>
        </p:spPr>
      </p:sp>
      <p:sp>
        <p:nvSpPr>
          <p:cNvPr id="36" name="Text 29"/>
          <p:cNvSpPr/>
          <p:nvPr/>
        </p:nvSpPr>
        <p:spPr>
          <a:xfrm>
            <a:off x="4370832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Shape 30"/>
          <p:cNvSpPr/>
          <p:nvPr/>
        </p:nvSpPr>
        <p:spPr>
          <a:xfrm>
            <a:off x="6748272" y="4059936"/>
            <a:ext cx="457200" cy="45720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38" name="Image 5" descr="/home/claude/icons/FaBra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1142" y="4162806"/>
            <a:ext cx="251460" cy="25146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4370832" y="4690872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1500" dirty="0"/>
          </a:p>
        </p:txBody>
      </p:sp>
      <p:sp>
        <p:nvSpPr>
          <p:cNvPr id="40" name="Text 32"/>
          <p:cNvSpPr/>
          <p:nvPr/>
        </p:nvSpPr>
        <p:spPr>
          <a:xfrm>
            <a:off x="4370832" y="5084064"/>
            <a:ext cx="2889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plan + feedback sent to Gemini</a:t>
            </a:r>
            <a:endParaRPr lang="en-US" sz="1150" dirty="0"/>
          </a:p>
        </p:txBody>
      </p:sp>
      <p:sp>
        <p:nvSpPr>
          <p:cNvPr id="41" name="Shape 33"/>
          <p:cNvSpPr/>
          <p:nvPr/>
        </p:nvSpPr>
        <p:spPr>
          <a:xfrm>
            <a:off x="7717536" y="3822192"/>
            <a:ext cx="336499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7955280" y="4059936"/>
            <a:ext cx="457200" cy="457200"/>
          </a:xfrm>
          <a:prstGeom prst="ellipse">
            <a:avLst/>
          </a:prstGeom>
          <a:solidFill>
            <a:srgbClr val="0A2E36"/>
          </a:solidFill>
          <a:ln/>
        </p:spPr>
      </p:sp>
      <p:sp>
        <p:nvSpPr>
          <p:cNvPr id="43" name="Text 35"/>
          <p:cNvSpPr/>
          <p:nvPr/>
        </p:nvSpPr>
        <p:spPr>
          <a:xfrm>
            <a:off x="795528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4" name="Shape 36"/>
          <p:cNvSpPr/>
          <p:nvPr/>
        </p:nvSpPr>
        <p:spPr>
          <a:xfrm>
            <a:off x="10332720" y="4059936"/>
            <a:ext cx="457200" cy="45720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45" name="Image 6" descr="/home/claude/icons/FaDatabas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5590" y="4162806"/>
            <a:ext cx="251460" cy="251460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7955280" y="4690872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</a:t>
            </a:r>
            <a:endParaRPr lang="en-US" sz="1500" dirty="0"/>
          </a:p>
        </p:txBody>
      </p:sp>
      <p:sp>
        <p:nvSpPr>
          <p:cNvPr id="47" name="Text 38"/>
          <p:cNvSpPr/>
          <p:nvPr/>
        </p:nvSpPr>
        <p:spPr>
          <a:xfrm>
            <a:off x="7955280" y="5084064"/>
            <a:ext cx="2889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plan saved and displayed</a:t>
            </a:r>
            <a:endParaRPr lang="en-US" sz="1150" dirty="0"/>
          </a:p>
        </p:txBody>
      </p:sp>
      <p:sp>
        <p:nvSpPr>
          <p:cNvPr id="48" name="Text 3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FitBuddy AI  |  AI Fitness Plan Generator</a:t>
            </a:r>
            <a:endParaRPr lang="en-US" sz="900" dirty="0"/>
          </a:p>
        </p:txBody>
      </p:sp>
      <p:sp>
        <p:nvSpPr>
          <p:cNvPr id="49" name="Text 4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3" name="Image 0" descr="/home/claude/icons/Fa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BACKEND &amp; API ROUTES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Endpoints That Power the Application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1033272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73736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0A2E36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373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91840" y="160020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route: displays the main input form.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423160"/>
            <a:ext cx="103327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2642616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0A2E36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64261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/generate-workout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291840" y="242316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user data, generates workout plan + nutrition tip, saves data, and returns the result.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3410712"/>
            <a:ext cx="1033272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77240" y="3547872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0A2E36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354787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/submit-feedback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291840" y="3410712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the original plan, sends feedback to the AI update function, stores the revised plan, and renders the result.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4233672"/>
            <a:ext cx="1033272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77240" y="4370832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0A2E36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43708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/view-all-users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291840" y="4233672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users and plans for the admin view.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48640" y="510235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Form(...)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collect form inputs;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validate the request structure. Gemini-powered functions are connected from the route handlers.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FitBuddy AI  |  AI Fitness Plan Generator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3" name="Image 0" descr="/home/claude/icons/Fa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DATABASE &amp; DATA MANAGEMENT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FitBuddy Persists, and Why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1874520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8" name="Image 1" descr="/home/claude/icons/Fa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743" y="2010583"/>
            <a:ext cx="294803" cy="2948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190195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Stored User Data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896112" y="2743200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7"/>
          <p:cNvSpPr/>
          <p:nvPr/>
        </p:nvSpPr>
        <p:spPr>
          <a:xfrm>
            <a:off x="1143000" y="2651760"/>
            <a:ext cx="4434840" cy="516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96112" y="3259394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9"/>
          <p:cNvSpPr/>
          <p:nvPr/>
        </p:nvSpPr>
        <p:spPr>
          <a:xfrm>
            <a:off x="1143000" y="3167954"/>
            <a:ext cx="4434840" cy="471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96112" y="3731342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1"/>
          <p:cNvSpPr/>
          <p:nvPr/>
        </p:nvSpPr>
        <p:spPr>
          <a:xfrm>
            <a:off x="1143000" y="363990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96112" y="4188542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3"/>
          <p:cNvSpPr/>
          <p:nvPr/>
        </p:nvSpPr>
        <p:spPr>
          <a:xfrm>
            <a:off x="1143000" y="4097102"/>
            <a:ext cx="4434840" cy="501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96112" y="4689987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5"/>
          <p:cNvSpPr/>
          <p:nvPr/>
        </p:nvSpPr>
        <p:spPr>
          <a:xfrm>
            <a:off x="1143000" y="4598547"/>
            <a:ext cx="4434840" cy="589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goal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896112" y="5279923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7"/>
          <p:cNvSpPr/>
          <p:nvPr/>
        </p:nvSpPr>
        <p:spPr>
          <a:xfrm>
            <a:off x="1143000" y="5188483"/>
            <a:ext cx="4434840" cy="663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 intensity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291072" y="155448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611112" y="1874520"/>
            <a:ext cx="566928" cy="56692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24" name="Image 2" descr="/home/claude/icons/FaClipboardLi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175" y="2010583"/>
            <a:ext cx="294803" cy="29480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296912" y="190195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Stored Plan Data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6638544" y="2743200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2"/>
          <p:cNvSpPr/>
          <p:nvPr/>
        </p:nvSpPr>
        <p:spPr>
          <a:xfrm>
            <a:off x="6885432" y="2651760"/>
            <a:ext cx="4434840" cy="5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AI-generated workout plan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638544" y="3311752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4"/>
          <p:cNvSpPr/>
          <p:nvPr/>
        </p:nvSpPr>
        <p:spPr>
          <a:xfrm>
            <a:off x="6885432" y="3220312"/>
            <a:ext cx="4434840" cy="50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plan after feedback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6638544" y="3816113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6"/>
          <p:cNvSpPr/>
          <p:nvPr/>
        </p:nvSpPr>
        <p:spPr>
          <a:xfrm>
            <a:off x="6885432" y="3724673"/>
            <a:ext cx="4434840" cy="45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Nutrition/recovery tip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6638544" y="4274623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3" name="Text 28"/>
          <p:cNvSpPr/>
          <p:nvPr/>
        </p:nvSpPr>
        <p:spPr>
          <a:xfrm>
            <a:off x="6885432" y="4183183"/>
            <a:ext cx="4434840" cy="742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are persisted in SQLite using SQLAlchemy ORM.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6638544" y="5017410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5" name="Text 30"/>
          <p:cNvSpPr/>
          <p:nvPr/>
        </p:nvSpPr>
        <p:spPr>
          <a:xfrm>
            <a:off x="6885432" y="4925970"/>
            <a:ext cx="4434840" cy="926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original and updated versions supports comparison and monitoring.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FitBuddy AI  |  AI Fitness Plan Generator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3" name="Image 0" descr="/home/claude/icons/Fa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FRONTEND &amp; JINJA2 TEMPLATES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Pages Behind the User Experience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3364992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56232"/>
            <a:ext cx="502920" cy="5029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8" name="Image 1" descr="/home/claude/icons/FaClipboard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373" y="1976933"/>
            <a:ext cx="261518" cy="2615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4672" y="246888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E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04672" y="2807208"/>
            <a:ext cx="2852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user details and submits them to the workout-generation route.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133088" y="1600200"/>
            <a:ext cx="3364992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389120" y="1856232"/>
            <a:ext cx="502920" cy="5029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13" name="Image 2" descr="/home/claude/icons/FaDumbbe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9821" y="1976933"/>
            <a:ext cx="261518" cy="26151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389120" y="246888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E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result.html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389120" y="2807208"/>
            <a:ext cx="2852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user information, the AI-generated 7-day plan, nutrition tip, and feedback form.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717536" y="1600200"/>
            <a:ext cx="3364992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973568" y="1856232"/>
            <a:ext cx="502920" cy="5029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18" name="Image 3" descr="/home/claude/icons/Fa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4269" y="1976933"/>
            <a:ext cx="261518" cy="26151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973568" y="246888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E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all_users.html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7973568" y="2807208"/>
            <a:ext cx="2852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admin view of users and their plans.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48640" y="3977640"/>
            <a:ext cx="10332720" cy="1234440"/>
          </a:xfrm>
          <a:prstGeom prst="roundRect">
            <a:avLst>
              <a:gd name="adj" fmla="val 7407"/>
            </a:avLst>
          </a:prstGeom>
          <a:solidFill>
            <a:srgbClr val="0A2E36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822960" y="3977640"/>
            <a:ext cx="9784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TemplateResponse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binds backend values such as username, goal, intensity, workout_plan, and nutrition_tip.
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Flexbox, responsive media queries, rounded inputs, shadows, hover effects, and a fitness-oriented visual theme.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FitBuddy AI  |  AI Fitness Plan Generator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3" name="Image 0" descr="/home/claude/icons/FaLaptop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PROJECT SCREENSHOTS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Screens From the Submitted Project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93776" y="1517904"/>
            <a:ext cx="3419856" cy="2066544"/>
          </a:xfrm>
          <a:prstGeom prst="roundRect">
            <a:avLst>
              <a:gd name="adj" fmla="val 30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7" name="Image 1" descr="/home/claude/screens/shot-012-09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1572768"/>
            <a:ext cx="3310128" cy="19568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3776" y="3602736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main.py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005072" y="1517904"/>
            <a:ext cx="3419856" cy="2066544"/>
          </a:xfrm>
          <a:prstGeom prst="roundRect">
            <a:avLst>
              <a:gd name="adj" fmla="val 30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10" name="Image 2" descr="/home/claude/screens/shot-012-09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059936" y="1572768"/>
            <a:ext cx="3310128" cy="195681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005072" y="3602736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routes.py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7516368" y="1517904"/>
            <a:ext cx="3419856" cy="2066544"/>
          </a:xfrm>
          <a:prstGeom prst="roundRect">
            <a:avLst>
              <a:gd name="adj" fmla="val 30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13" name="Image 3" descr="/home/claude/screens/shot-012-094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571232" y="1572768"/>
            <a:ext cx="3310128" cy="195681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16368" y="3602736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configuration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493776" y="4023360"/>
            <a:ext cx="5184648" cy="1938528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16" name="Image 4" descr="/home/claude/screens/shot-012-095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48640" y="4078224"/>
            <a:ext cx="5074920" cy="18288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3776" y="5980176"/>
            <a:ext cx="5184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input interface code</a:t>
            </a:r>
            <a:endParaRPr lang="en-US" sz="1050" dirty="0"/>
          </a:p>
        </p:txBody>
      </p:sp>
      <p:sp>
        <p:nvSpPr>
          <p:cNvPr id="18" name="Shape 11"/>
          <p:cNvSpPr/>
          <p:nvPr/>
        </p:nvSpPr>
        <p:spPr>
          <a:xfrm>
            <a:off x="5769864" y="4023360"/>
            <a:ext cx="5184648" cy="1938528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19" name="Image 5" descr="/home/claude/screens/shot-012-096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824728" y="4078224"/>
            <a:ext cx="5074920" cy="18288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769864" y="5980176"/>
            <a:ext cx="5184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Feedback page</a:t>
            </a:r>
            <a:endParaRPr lang="en-US" sz="1050" dirty="0"/>
          </a:p>
        </p:txBody>
      </p:sp>
      <p:sp>
        <p:nvSpPr>
          <p:cNvPr id="21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FitBuddy AI  |  AI Fitness Plan Generator</a:t>
            </a:r>
            <a:endParaRPr lang="en-US" sz="900" dirty="0"/>
          </a:p>
        </p:txBody>
      </p:sp>
      <p:sp>
        <p:nvSpPr>
          <p:cNvPr id="22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3" name="Image 0" descr="/home/claude/icons/FaCom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WORKING DEMO — FEEDBACK PAGE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Closer Look at the Feedback Flow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93776" y="1545336"/>
            <a:ext cx="5596128" cy="4590288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7" name="Image 1" descr="/home/claude/screens/shot-013-101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1600200"/>
            <a:ext cx="5486400" cy="44805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locally at 127.0.0.1:8000/feedback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6355080" y="1764792"/>
            <a:ext cx="118872" cy="1188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6"/>
          <p:cNvSpPr/>
          <p:nvPr/>
        </p:nvSpPr>
        <p:spPr>
          <a:xfrm>
            <a:off x="6629400" y="169164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details are displayed on the page.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355080" y="2587752"/>
            <a:ext cx="118872" cy="1188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8"/>
          <p:cNvSpPr/>
          <p:nvPr/>
        </p:nvSpPr>
        <p:spPr>
          <a:xfrm>
            <a:off x="6629400" y="251460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section provides a rating and text box.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355080" y="3410712"/>
            <a:ext cx="118872" cy="1188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0"/>
          <p:cNvSpPr/>
          <p:nvPr/>
        </p:nvSpPr>
        <p:spPr>
          <a:xfrm>
            <a:off x="6629400" y="333756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submission, a confirmation message is shown.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355080" y="4233672"/>
            <a:ext cx="118872" cy="1188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2"/>
          <p:cNvSpPr/>
          <p:nvPr/>
        </p:nvSpPr>
        <p:spPr>
          <a:xfrm>
            <a:off x="6629400" y="416052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demonstrates the feedback stage of the documented workflow.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6355080" y="5056632"/>
            <a:ext cx="118872" cy="1188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4"/>
          <p:cNvSpPr/>
          <p:nvPr/>
        </p:nvSpPr>
        <p:spPr>
          <a:xfrm>
            <a:off x="6629400" y="498348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submitted screenshot shows the application running locally at 127.0.0.1:8000/feedback.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FitBuddy AI  |  AI Fitness Plan Generator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3" name="Image 0" descr="/home/claude/icons/Fa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SETUP &amp; LOCAL DEPLOYMENT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FitBuddy Running on Your Machine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03327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171907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25880" y="1572768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virtual environment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0" y="1572768"/>
            <a:ext cx="6126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venv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395728"/>
            <a:ext cx="103327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9808" y="254203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325880" y="2395728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activation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0" y="2395728"/>
            <a:ext cx="6126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venv\Scripts\activate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3218688"/>
            <a:ext cx="103327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49808" y="336499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5"/>
          <p:cNvSpPr/>
          <p:nvPr/>
        </p:nvSpPr>
        <p:spPr>
          <a:xfrm>
            <a:off x="749808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325880" y="3218688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0" y="3218688"/>
            <a:ext cx="6126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4041648"/>
            <a:ext cx="103327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49808" y="418795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0"/>
          <p:cNvSpPr/>
          <p:nvPr/>
        </p:nvSpPr>
        <p:spPr>
          <a:xfrm>
            <a:off x="749808" y="4187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25880" y="4041648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the Gemini API key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572000" y="4041648"/>
            <a:ext cx="6126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it in an environment variable or .env file; do not expose the key in source code.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48640" y="4864608"/>
            <a:ext cx="103327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49808" y="501091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5"/>
          <p:cNvSpPr/>
          <p:nvPr/>
        </p:nvSpPr>
        <p:spPr>
          <a:xfrm>
            <a:off x="749808" y="5010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325880" y="4864608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FastAPI server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4572000" y="4864608"/>
            <a:ext cx="6126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app.main:app --reload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48640" y="5687568"/>
            <a:ext cx="103327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749808" y="583387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3" name="Text 30"/>
          <p:cNvSpPr/>
          <p:nvPr/>
        </p:nvSpPr>
        <p:spPr>
          <a:xfrm>
            <a:off x="749808" y="5833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1325880" y="5687568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app / view docs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4572000" y="5687568"/>
            <a:ext cx="6126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http://127.0.0.1:8000  •  interactive docs at /docs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FitBuddy AI  |  AI Fitness Plan Generator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3" name="Image 0" descr="/home/claude/icons/FaV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TESTING &amp; VERIFICATION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Confirming FitBuddy Works End to End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1874520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8" name="Image 1" descr="/home/claude/icons/FaClipboard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743" y="2010583"/>
            <a:ext cx="294803" cy="2948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190195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Checks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868680" y="2651760"/>
            <a:ext cx="274320" cy="2743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11" name="Image 2" descr="/home/claude/icons/Fa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706624"/>
            <a:ext cx="164592" cy="1645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61872" y="259689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 loads and accepts required user details.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868680" y="3227832"/>
            <a:ext cx="274320" cy="2743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14" name="Image 3" descr="/home/claude/icons/Fa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3282696"/>
            <a:ext cx="164592" cy="1645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61872" y="317296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 generation route processes the input.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868680" y="3803904"/>
            <a:ext cx="274320" cy="2743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17" name="Image 4" descr="/home/claude/icons/FaCheck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3858768"/>
            <a:ext cx="164592" cy="16459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61872" y="374904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 is displayed in the result page.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868680" y="4379976"/>
            <a:ext cx="274320" cy="2743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20" name="Image 5" descr="/home/claude/icons/FaCheckCirc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" y="4434840"/>
            <a:ext cx="164592" cy="16459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61872" y="432511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Nutrition/recovery tip is displayed with the plan.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868680" y="4956048"/>
            <a:ext cx="274320" cy="2743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23" name="Image 6" descr="/home/claude/icons/FaCheckCirc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" y="5010912"/>
            <a:ext cx="164592" cy="16459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261872" y="490118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can be submitted to request a revised plan.</a:t>
            </a:r>
            <a:endParaRPr lang="en-US" sz="1250" dirty="0"/>
          </a:p>
        </p:txBody>
      </p:sp>
      <p:sp>
        <p:nvSpPr>
          <p:cNvPr id="25" name="Shape 16"/>
          <p:cNvSpPr/>
          <p:nvPr/>
        </p:nvSpPr>
        <p:spPr>
          <a:xfrm>
            <a:off x="868680" y="5532120"/>
            <a:ext cx="274320" cy="2743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26" name="Image 7" descr="/home/claude/icons/FaCheckCirc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544" y="5586984"/>
            <a:ext cx="164592" cy="16459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1261872" y="547725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data is stored in the database.</a:t>
            </a:r>
            <a:endParaRPr lang="en-US" sz="1250" dirty="0"/>
          </a:p>
        </p:txBody>
      </p:sp>
      <p:sp>
        <p:nvSpPr>
          <p:cNvPr id="28" name="Shape 18"/>
          <p:cNvSpPr/>
          <p:nvPr/>
        </p:nvSpPr>
        <p:spPr>
          <a:xfrm>
            <a:off x="6291072" y="155448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6611112" y="1874520"/>
            <a:ext cx="566928" cy="56692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30" name="Image 8" descr="/home/claude/icons/FaCheckCircl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47175" y="2010583"/>
            <a:ext cx="294803" cy="294803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7296912" y="190195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Points</a:t>
            </a:r>
            <a:endParaRPr lang="en-US" sz="1800" dirty="0"/>
          </a:p>
        </p:txBody>
      </p:sp>
      <p:sp>
        <p:nvSpPr>
          <p:cNvPr id="32" name="Shape 21"/>
          <p:cNvSpPr/>
          <p:nvPr/>
        </p:nvSpPr>
        <p:spPr>
          <a:xfrm>
            <a:off x="6611112" y="2651760"/>
            <a:ext cx="274320" cy="2743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33" name="Image 9" descr="/home/claude/icons/FaCheckCircl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65976" y="2706624"/>
            <a:ext cx="164592" cy="164592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7004304" y="259689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app locally with Uvicorn.</a:t>
            </a:r>
            <a:endParaRPr lang="en-US" sz="1250" dirty="0"/>
          </a:p>
        </p:txBody>
      </p:sp>
      <p:sp>
        <p:nvSpPr>
          <p:cNvPr id="35" name="Shape 23"/>
          <p:cNvSpPr/>
          <p:nvPr/>
        </p:nvSpPr>
        <p:spPr>
          <a:xfrm>
            <a:off x="6611112" y="3227832"/>
            <a:ext cx="274320" cy="2743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36" name="Image 10" descr="/home/claude/icons/FaCheckCircl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65976" y="3282696"/>
            <a:ext cx="164592" cy="164592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7004304" y="317296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browser pages through 127.0.0.1:8000.</a:t>
            </a:r>
            <a:endParaRPr lang="en-US" sz="1250" dirty="0"/>
          </a:p>
        </p:txBody>
      </p:sp>
      <p:sp>
        <p:nvSpPr>
          <p:cNvPr id="38" name="Shape 25"/>
          <p:cNvSpPr/>
          <p:nvPr/>
        </p:nvSpPr>
        <p:spPr>
          <a:xfrm>
            <a:off x="6611112" y="3803904"/>
            <a:ext cx="274320" cy="2743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39" name="Image 11" descr="/home/claude/icons/FaCheckCircl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65976" y="3858768"/>
            <a:ext cx="164592" cy="164592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7004304" y="374904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/docs to inspect/test API endpoints.</a:t>
            </a:r>
            <a:endParaRPr lang="en-US" sz="1250" dirty="0"/>
          </a:p>
        </p:txBody>
      </p:sp>
      <p:sp>
        <p:nvSpPr>
          <p:cNvPr id="41" name="Shape 27"/>
          <p:cNvSpPr/>
          <p:nvPr/>
        </p:nvSpPr>
        <p:spPr>
          <a:xfrm>
            <a:off x="6611112" y="4379976"/>
            <a:ext cx="274320" cy="2743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42" name="Image 12" descr="/home/claude/icons/FaCheckCircl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65976" y="4434840"/>
            <a:ext cx="164592" cy="164592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7004304" y="432511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original and updated plans in the admin view.</a:t>
            </a:r>
            <a:endParaRPr lang="en-US" sz="1250" dirty="0"/>
          </a:p>
        </p:txBody>
      </p:sp>
      <p:sp>
        <p:nvSpPr>
          <p:cNvPr id="44" name="Shape 29"/>
          <p:cNvSpPr/>
          <p:nvPr/>
        </p:nvSpPr>
        <p:spPr>
          <a:xfrm>
            <a:off x="6611112" y="4956048"/>
            <a:ext cx="274320" cy="2743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45" name="Image 13" descr="/home/claude/icons/FaCheckCircl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65976" y="5010912"/>
            <a:ext cx="164592" cy="164592"/>
          </a:xfrm>
          <a:prstGeom prst="rect">
            <a:avLst/>
          </a:prstGeom>
        </p:spPr>
      </p:pic>
      <p:sp>
        <p:nvSpPr>
          <p:cNvPr id="46" name="Text 30"/>
          <p:cNvSpPr/>
          <p:nvPr/>
        </p:nvSpPr>
        <p:spPr>
          <a:xfrm>
            <a:off x="7004304" y="490118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environment variables are configured correctly.</a:t>
            </a:r>
            <a:endParaRPr lang="en-US" sz="1250" dirty="0"/>
          </a:p>
        </p:txBody>
      </p:sp>
      <p:sp>
        <p:nvSpPr>
          <p:cNvPr id="47" name="Shape 31"/>
          <p:cNvSpPr/>
          <p:nvPr/>
        </p:nvSpPr>
        <p:spPr>
          <a:xfrm>
            <a:off x="6611112" y="5532120"/>
            <a:ext cx="274320" cy="2743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48" name="Image 14" descr="/home/claude/icons/FaCheckCircl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65976" y="5586984"/>
            <a:ext cx="164592" cy="164592"/>
          </a:xfrm>
          <a:prstGeom prst="rect">
            <a:avLst/>
          </a:prstGeom>
        </p:spPr>
      </p:pic>
      <p:sp>
        <p:nvSpPr>
          <p:cNvPr id="49" name="Text 32"/>
          <p:cNvSpPr/>
          <p:nvPr/>
        </p:nvSpPr>
        <p:spPr>
          <a:xfrm>
            <a:off x="7004304" y="547725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database persists records.</a:t>
            </a:r>
            <a:endParaRPr lang="en-US" sz="1250" dirty="0"/>
          </a:p>
        </p:txBody>
      </p:sp>
      <p:sp>
        <p:nvSpPr>
          <p:cNvPr id="50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FitBuddy AI  |  AI Fitness Plan Generator</a:t>
            </a:r>
            <a:endParaRPr lang="en-US" sz="900" dirty="0"/>
          </a:p>
        </p:txBody>
      </p:sp>
      <p:sp>
        <p:nvSpPr>
          <p:cNvPr id="51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3" name="Image 0" descr="/home/claude/icons/Fa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PROJECT SCENARIOS / USE CASES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Different Users Experience FitBuddy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847088"/>
            <a:ext cx="548640" cy="54864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8" name="Image 1" descr="/home/claude/icons/FaDumbb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34" y="1978762"/>
            <a:ext cx="285293" cy="2852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1865376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1 — Personalized Plan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822960" y="253288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goal and intensity and receives a 7-day plan.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806440" y="1572768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080760" y="1847088"/>
            <a:ext cx="548640" cy="54864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13" name="Image 2" descr="/home/claude/icons/FaCommen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434" y="1978762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66560" y="1865376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2 — Feedback Update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6080760" y="253288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requests changes such as more cardio or more rest days; the plan is regenerated.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3721608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2960" y="3995928"/>
            <a:ext cx="548640" cy="54864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18" name="Image 3" descr="/home/claude/icons/Fa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4127602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4014216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3 — Nutrition / Recovery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822960" y="468172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receives a concise tip aligned with the selected fitness goal.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806440" y="3721608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080760" y="3995928"/>
            <a:ext cx="548640" cy="54864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23" name="Image 4" descr="/home/claude/icons/Fa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2434" y="4127602"/>
            <a:ext cx="285293" cy="28529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766560" y="4014216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4 — Admin / Coach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6080760" y="468172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authorized admin or coach can view users, original plans, and updated plans.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FitBuddy AI  |  AI Fitness Plan Generator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3" name="Image 0" descr="/home/claude/icons/Fa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FUTURE SCOPE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FitBuddy Could Go Next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07492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8096" y="1801368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8" name="Image 1" descr="/home/claude/icons/FaRo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966" y="1904238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08176" y="1691640"/>
            <a:ext cx="3977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application from local deployment to a cloud deployment.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172200" y="1600200"/>
            <a:ext cx="507492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91656" y="1801368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12" name="Image 2" descr="/home/claude/icons/Fa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526" y="1904238"/>
            <a:ext cx="251460" cy="251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31736" y="1691640"/>
            <a:ext cx="3977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stronger authentication and role-based access for admin/coach features.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48640" y="3081528"/>
            <a:ext cx="507492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68096" y="3282696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16" name="Image 3" descr="/home/claude/icons/FaRock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966" y="3385566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08176" y="3172968"/>
            <a:ext cx="3977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richer progress tracking and visual analytics.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172200" y="3081528"/>
            <a:ext cx="507492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91656" y="3282696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20" name="Image 4" descr="/home/claude/icons/FaRock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4526" y="3385566"/>
            <a:ext cx="251460" cy="2514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031736" y="3172968"/>
            <a:ext cx="3977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personalization using additional user preferences and workout history.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548640" y="4562856"/>
            <a:ext cx="507492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768096" y="4764024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24" name="Image 5" descr="/home/claude/icons/FaRock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966" y="4866894"/>
            <a:ext cx="251460" cy="2514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408176" y="4654296"/>
            <a:ext cx="3977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AI-supported wellness features while keeping the existing FastAPI + Gemini architecture.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6172200" y="4562856"/>
            <a:ext cx="507492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6391656" y="4764024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28" name="Image 6" descr="/home/claude/icons/FaRocke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4526" y="4866894"/>
            <a:ext cx="251460" cy="25146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031736" y="4654296"/>
            <a:ext cx="3977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UI/UX with richer dashboards and mobile-first components.</a:t>
            </a:r>
            <a:endParaRPr lang="en-US" sz="1250" dirty="0"/>
          </a:p>
        </p:txBody>
      </p:sp>
      <p:sp>
        <p:nvSpPr>
          <p:cNvPr id="30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FitBuddy AI  |  AI Fitness Plan Generator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F3B44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480560"/>
            <a:ext cx="4206240" cy="4206240"/>
          </a:xfrm>
          <a:prstGeom prst="ellipse">
            <a:avLst/>
          </a:prstGeom>
          <a:solidFill>
            <a:srgbClr val="0F3B4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48640"/>
            <a:ext cx="658368" cy="65836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5" name="Image 0" descr="/home/claude/icons/Fa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706648"/>
            <a:ext cx="342351" cy="3423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CONCLUSION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371600" y="8686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Bringing It All Together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822960" y="1691640"/>
            <a:ext cx="10515600" cy="841248"/>
          </a:xfrm>
          <a:prstGeom prst="roundRect">
            <a:avLst>
              <a:gd name="adj" fmla="val 9783"/>
            </a:avLst>
          </a:prstGeom>
          <a:solidFill>
            <a:srgbClr val="0F3B44"/>
          </a:solidFill>
          <a:ln/>
        </p:spPr>
      </p:sp>
      <p:sp>
        <p:nvSpPr>
          <p:cNvPr id="9" name="Shape 6"/>
          <p:cNvSpPr/>
          <p:nvPr/>
        </p:nvSpPr>
        <p:spPr>
          <a:xfrm>
            <a:off x="1024128" y="1883664"/>
            <a:ext cx="457200" cy="45720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10" name="Image 1" descr="/home/claude/icons/Fa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998" y="1986534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27632" y="1691640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FitBuddy combines FastAPI, Gemini AI, Jinja2, SQLAlchemy, and SQLite into one web-based fitness planning application.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22960" y="2624328"/>
            <a:ext cx="10515600" cy="841248"/>
          </a:xfrm>
          <a:prstGeom prst="roundRect">
            <a:avLst>
              <a:gd name="adj" fmla="val 9783"/>
            </a:avLst>
          </a:prstGeom>
          <a:solidFill>
            <a:srgbClr val="0F3B44"/>
          </a:solidFill>
          <a:ln/>
        </p:spPr>
      </p:sp>
      <p:sp>
        <p:nvSpPr>
          <p:cNvPr id="13" name="Shape 9"/>
          <p:cNvSpPr/>
          <p:nvPr/>
        </p:nvSpPr>
        <p:spPr>
          <a:xfrm>
            <a:off x="1024128" y="2816352"/>
            <a:ext cx="457200" cy="45720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14" name="Image 2" descr="/home/claude/icons/Fa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998" y="2919222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27632" y="262432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generates personalized 7-day plans, nutrition/recovery tips, and feedback-based updates.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22960" y="3557016"/>
            <a:ext cx="10515600" cy="841248"/>
          </a:xfrm>
          <a:prstGeom prst="roundRect">
            <a:avLst>
              <a:gd name="adj" fmla="val 9783"/>
            </a:avLst>
          </a:prstGeom>
          <a:solidFill>
            <a:srgbClr val="0F3B44"/>
          </a:solidFill>
          <a:ln/>
        </p:spPr>
      </p:sp>
      <p:sp>
        <p:nvSpPr>
          <p:cNvPr id="17" name="Shape 12"/>
          <p:cNvSpPr/>
          <p:nvPr/>
        </p:nvSpPr>
        <p:spPr>
          <a:xfrm>
            <a:off x="1024128" y="3749040"/>
            <a:ext cx="457200" cy="45720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18" name="Image 3" descr="/home/claude/icons/Fa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998" y="3851910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27632" y="3557016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demonstrates an end-to-end flow from user input to AI generation, storage, and web presentation.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22960" y="4489704"/>
            <a:ext cx="10515600" cy="841248"/>
          </a:xfrm>
          <a:prstGeom prst="roundRect">
            <a:avLst>
              <a:gd name="adj" fmla="val 9783"/>
            </a:avLst>
          </a:prstGeom>
          <a:solidFill>
            <a:srgbClr val="0F3B44"/>
          </a:solidFill>
          <a:ln/>
        </p:spPr>
      </p:sp>
      <p:sp>
        <p:nvSpPr>
          <p:cNvPr id="21" name="Shape 15"/>
          <p:cNvSpPr/>
          <p:nvPr/>
        </p:nvSpPr>
        <p:spPr>
          <a:xfrm>
            <a:off x="1024128" y="4681728"/>
            <a:ext cx="457200" cy="45720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22" name="Image 4" descr="/home/claude/icons/FaCheck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998" y="4784598"/>
            <a:ext cx="251460" cy="2514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27632" y="4489704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also provides an admin view for monitoring original and updated plans.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822960" y="5422392"/>
            <a:ext cx="10515600" cy="841248"/>
          </a:xfrm>
          <a:prstGeom prst="roundRect">
            <a:avLst>
              <a:gd name="adj" fmla="val 9783"/>
            </a:avLst>
          </a:prstGeom>
          <a:solidFill>
            <a:srgbClr val="0F3B44"/>
          </a:solidFill>
          <a:ln/>
        </p:spPr>
      </p:sp>
      <p:sp>
        <p:nvSpPr>
          <p:cNvPr id="25" name="Shape 18"/>
          <p:cNvSpPr/>
          <p:nvPr/>
        </p:nvSpPr>
        <p:spPr>
          <a:xfrm>
            <a:off x="1024128" y="5614416"/>
            <a:ext cx="457200" cy="45720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26" name="Image 5" descr="/home/claude/icons/FaCheckCirc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6998" y="5717286"/>
            <a:ext cx="251460" cy="2514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627632" y="5422392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Overall, the documented system demonstrates how generative AI can be integrated into a practical wellness-oriented web application.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37360" y="-1737360"/>
            <a:ext cx="4572000" cy="4572000"/>
          </a:xfrm>
          <a:prstGeom prst="ellipse">
            <a:avLst/>
          </a:prstGeom>
          <a:solidFill>
            <a:srgbClr val="0F3B44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3931920"/>
            <a:ext cx="4572000" cy="4572000"/>
          </a:xfrm>
          <a:prstGeom prst="ellipse">
            <a:avLst/>
          </a:prstGeom>
          <a:solidFill>
            <a:srgbClr val="0F3B44"/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1965960"/>
            <a:ext cx="1005840" cy="10058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5400000">
              <a:srgbClr val="0A2E36">
                <a:alpha val="18000"/>
              </a:srgbClr>
            </a:outerShdw>
          </a:effectLst>
        </p:spPr>
      </p:sp>
      <p:pic>
        <p:nvPicPr>
          <p:cNvPr id="5" name="Image 0" descr="/home/claude/icons/FaDumbb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7870" y="2192274"/>
            <a:ext cx="553212" cy="5532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2918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0" y="41148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FitBuddy AI  –  Personalized Fitness Plan Generator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2026-09-27T15:58:30Z</dcterms:created>
  <dcterms:modified xsi:type="dcterms:W3CDTF">2026-09-27T15:58:30Z</dcterms:modified>
</cp:coreProperties>
</file>